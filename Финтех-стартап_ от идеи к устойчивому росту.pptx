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72896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Поясните: это рабочая концепция для обсуждения, а не описание уже существующей компании. Её можно адаптировать под выбранный сегмент, рынок и ресурсы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Сделайте акцент на том, что слово «финтех» описывает использование технологий в финансовых услугах, а не отдельный тип лицензии или единую бизнес-модель. Ниша и конкретная операция определяют требования и экономику.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Описанный сценарий — иллюстрация, а не установленный факт о рынке. До разработки его нужно проверить интервью, анализом альтернатив и тестированием прототипа. Не обещайте пользователю гарантированную экономию денег.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Поясните, что пример показывает возможную первую версию, а не утверждение о готовой системе. Подключение банковских данных зависит от доступных интеграций, согласий пользователя и применимых требований. Сначала оцените риск и реализуемость каждой функции.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Поясните руководству, что приоритизация — это компромисс ценности, сроков и риска. Для финансового продукта безопасность, доступы и соответствие требованиям являются частью продукта, а не поздним дополнением. Конкретные обязанности устанавливаются после выбора рынка и модели операций.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представляйте перечисленные источники дохода как уже выбранные или гарантированные. Уточните, что комиссия, подписка и другие схемы должны быть совместимы с конкретной услугой и правилами рынка. Финансовая модель требует проверки на реальных затратах и поведении пользователей.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2896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2896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289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2896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2896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2896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